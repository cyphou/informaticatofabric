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PowerCenter / IDMC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PowerCenter + IICS + IDMC (12 Services) → Fabric / Databricks / DBT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100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2,143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65760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PowerCenter/IICS/IDMC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IDMC cloud services (CDI, CDGC, CDQ, MDM, etc.) add complexity without reducing on-prem footprint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9-agent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+ IDMC (12 cloud services)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11-level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Datadog observability (logs, metrics, APM tracing)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Agentic alerting with auto-remediation &amp; learning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IDMC full component assessment (12 services)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IaC generation (Terraform + Bicep)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Container &amp; K8s deployment (Helm chart)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CI/CD pipelines (GitHub Actions + Azure DevOps)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Migration Pipeline — 8-Phase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Assess → Convert → Generate → Validate → Deploy — fully automated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645920"/>
            <a:ext cx="132588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PowerCenter
IICS + IDMC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27048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09928" y="1645920"/>
            <a:ext cx="1325880" cy="1005840"/>
          </a:xfrm>
          <a:prstGeom prst="roundRect">
            <a:avLst/>
          </a:prstGeom>
          <a:solidFill>
            <a:srgbClr val="4B8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🔍 ASSESS
Parse &amp;
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928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XML → inventory.json
complexity scoring
dependency DAG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36976" y="1645920"/>
            <a:ext cx="132588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Oracle → Spark SQL
6 DB dialects
180+ patterns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81144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64024" y="1645920"/>
            <a:ext cx="132588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Mappings → PySpark
18 transform types
Fabric or Databricks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08192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91072" y="1645920"/>
            <a:ext cx="1325880" cy="1005840"/>
          </a:xfrm>
          <a:prstGeom prst="roundRect">
            <a:avLst/>
          </a:prstGeom>
          <a:solidFill>
            <a:srgbClr val="FF6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🏗️ DBT
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staging/int/marts
Jinja SQL models
auto-routing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635240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18120" y="1645920"/>
            <a:ext cx="132588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Workflows → JSON
AutoSys JIL
Schedule triggers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162288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645920"/>
            <a:ext cx="132588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✅ 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6-level checks
Row counts
Checksums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89336" y="1965960"/>
            <a:ext cx="182880" cy="27432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872216" y="1645920"/>
            <a:ext cx="1325880" cy="100584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🚀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72216" y="278892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Fabric REST API
or Databricks CLI
or dbt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114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5A5A6"/>
                </a:solidFill>
              </a:rPr>
              <a:t>Data flows: inventory.json → SQL conversion → Notebook generation → Pipeline orchestration → Validation → Deployment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663440"/>
            <a:ext cx="1600200" cy="4114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0: Assess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5960" y="4663440"/>
            <a:ext cx="1600200" cy="4114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1: SQL Convert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4663440"/>
            <a:ext cx="16002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2-3: Notebooks + DBT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9240" y="4663440"/>
            <a:ext cx="1600200" cy="4114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4-5: Pipelines + AutoSys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4663440"/>
            <a:ext cx="1600200" cy="411480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6: Schema DDL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32520" y="4663440"/>
            <a:ext cx="16002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7: Validate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4160" y="4663440"/>
            <a:ext cx="16002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Phase 8: 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53035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Each phase is idempotent — re-run any phase independently. The orchestrator (run_migration.py) chains all 8 phases with a single command.
CLI: informatica-to-fabric --target fabric|databricks|dbt|auto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9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23444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Plans &amp; coordinates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463040"/>
            <a:ext cx="123444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1056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XML parse, inventory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1463040"/>
            <a:ext cx="123444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9504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Oracle/MSSQL→Spark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9664" y="1463040"/>
            <a:ext cx="123444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📓 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7952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Mappings→PySpark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8112" y="1463040"/>
            <a:ext cx="123444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⚡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Workflows→JSON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1463040"/>
            <a:ext cx="1234440" cy="91440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🌊 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CDC / RT / Functions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463040"/>
            <a:ext cx="1234440" cy="91440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🔒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RLS / PII / GDPR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63456" y="1463040"/>
            <a:ext cx="1234440" cy="914400"/>
          </a:xfrm>
          <a:prstGeom prst="roundRect">
            <a:avLst/>
          </a:prstGeom>
          <a:solidFill>
            <a:srgbClr val="1AB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🏗️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IaC / CI-CD / K8s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61904" y="1463040"/>
            <a:ext cx="123444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2468880"/>
            <a:ext cx="11978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Tests &amp;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14800"/>
            <a:ext cx="265176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00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6120" y="4114800"/>
            <a:ext cx="265176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4800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114800"/>
            <a:ext cx="265176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800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114800"/>
            <a:ext cx="2651760" cy="6400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PySpark Auto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00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Auto-routes per mapping
DBT + PySpark hybrid
Complexity-based split
Best-fit 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Target Architecture — Medallion on Microsoft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Bronze → Silver → Gold lakehouse layers on OneLake with Delta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Storage Layer (OneLake / Delta Lake)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3474720" cy="594360"/>
          </a:xfrm>
          <a:prstGeom prst="roundRect">
            <a:avLst/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🥉 Bronze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Raw ingestion
Source-congruent tables
No transformation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691640"/>
            <a:ext cx="3474720" cy="594360"/>
          </a:xfrm>
          <a:prstGeom prst="round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🥈 Silver Lakehouse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Cleansed &amp; typed
Deduplication, casting
Business rules applied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91640"/>
            <a:ext cx="3474720" cy="594360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🥇 Gold Lakehouse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Business-ready
Aggregated &amp; curated
Serving layer for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Compute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57600"/>
            <a:ext cx="539496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Notebooks (PySpark)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Transformation logic
18 Informatica types → PySpark
Bronze → Silver → Gold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657600"/>
            <a:ext cx="539496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 Warehouse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Stored procedures
T-SQL for Warehouse
Spark SQL for Lakehouse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983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C6E"/>
                </a:solidFill>
              </a:rPr>
              <a:t>Orchestration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349240"/>
            <a:ext cx="3474720" cy="4572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⚡ Data Pipelines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Workflow orchestration
Activity chaining
AutoSys JIL →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349240"/>
            <a:ext cx="347472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⏰ Triggers &amp; Schedules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Cron schedules
Event-based triggers
Informatica schedules → triggers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5349240"/>
            <a:ext cx="347472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🔗 IDMC 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852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C3E50"/>
                </a:solidFill>
              </a:rPr>
              <a:t>12-service inventory
Complexity scoring
Migration readiness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417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11680"/>
            <a:ext cx="64008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57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57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64008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974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291840"/>
            <a:ext cx="64008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337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3375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Row-by-row sample record comparison + NULL / duplicate detection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31920"/>
            <a:ext cx="64008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776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77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Mean/stddev distribution + K-S test + SCD2 verification + RI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64008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End-to-End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6177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</a:rPr>
              <a:t>Full pipeline run + downstream report validation + business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2,143 automated tests  •  Purview &amp; Unity Catalog lineage  •  Column-level impact analysis
Statistical distribution comparison (K-S test)  •  SCD2 verification  •  Referential integrity  •  A/B testing  •  Business rules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Observability &amp; Intelligent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Datadog integration, agentic alerting, global monitoring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632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Datadog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Structured logs → Datadog Log Explorer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Custom metrics per phase &amp; artifact type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APM distributed tracing (ddtrace)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Monitor definitions for SLA breaches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Graceful degradation if not installed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Agentic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Signal processor with confidence scoring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Auto-remediation actions (3 modes)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Learning loop with SQLite history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Pattern recognition → auto-fix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Escalation when confidence &lt;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Global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Unified control plane for all targets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4-tier escalation chains (L1→L4)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SLO tracking &amp; compliance reporting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dashboards (Ops + Exec)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Cross-component alert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IDMC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12 IDMC components parsed via REST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CDI / CDGC / CDQ / MDM / DI / B2B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 review: merge/optimize/rework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Quality scoring &amp; readiness gate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IDMC-to-Fabric comparison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One command → all artifacts, ready for Fabric / Databricks / DBT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109728" cy="6400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4173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📓  PySpark Notebooks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737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NB_*.py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109728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331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🗄️  Converted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SQL_*.sql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246120"/>
            <a:ext cx="109728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2461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⚡  Pipeline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661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PL_*.json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160520"/>
            <a:ext cx="109728" cy="640080"/>
          </a:xfrm>
          <a:prstGeom prst="roundRect">
            <a:avLst/>
          </a:prstGeom>
          <a:solidFill>
            <a:srgbClr val="FF6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41605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🏗️  DBT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4480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staging / int / marts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5074920"/>
            <a:ext cx="109728" cy="640080"/>
          </a:xfrm>
          <a:prstGeom prst="roundRect">
            <a:avLst/>
          </a:prstGeom>
          <a:solidFill>
            <a:srgbClr val="1AB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5074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📐  Delta Lake DDL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5394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CREATE TABLE + partitions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1417320"/>
            <a:ext cx="109728" cy="6400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14173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⏰  AutoSys Pipelines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1737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JIL → Pipeline JSON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2331720"/>
            <a:ext cx="109728" cy="64008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4992" y="2331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🌊  Streaming Notebooks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499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CDC / MERGE INTO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3246120"/>
            <a:ext cx="109728" cy="64008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64992" y="32461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⚙️  Azure Functions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4992" y="35661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7 trigger types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4160520"/>
            <a:ext cx="109728" cy="6400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64992" y="41605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📡  Eventstream Defs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480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Kafka / Event Hub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0" y="5074920"/>
            <a:ext cx="109728" cy="640080"/>
          </a:xfrm>
          <a:prstGeom prst="roundRect">
            <a:avLst/>
          </a:prstGeom>
          <a:solidFill>
            <a:srgbClr val="632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64992" y="5074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🔗  Deployment Blueprints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4992" y="5394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Bicep / Terraform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1417320"/>
            <a:ext cx="109728" cy="6400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14173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✅  Validation Scripts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1737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VAL_*.py (6 levels)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331720"/>
            <a:ext cx="109728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2331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📊  Inventory &amp; Reports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JSON + HTML + SVG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246120"/>
            <a:ext cx="109728" cy="64008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32461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🔒  Security Policies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35661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RLS / column masking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160520"/>
            <a:ext cx="109728" cy="64008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41605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📋  Compliance Docs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4480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GDPR / CCPA / PII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5074920"/>
            <a:ext cx="109728" cy="6400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5074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🏷️  Catalog Metadata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5394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Purview / Unity Catalog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52560" y="1417320"/>
            <a:ext cx="109728" cy="640080"/>
          </a:xfrm>
          <a:prstGeom prst="roundRect">
            <a:avLst/>
          </a:prstGeom>
          <a:solidFill>
            <a:srgbClr val="1AB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17152" y="14173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🏗️  IaC Templates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7152" y="1737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Terraform HCL + Bicep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52560" y="2331720"/>
            <a:ext cx="109728" cy="6400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17152" y="2331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🔄  CI/CD Pipelines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715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GitHub Actions / ADO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52560" y="3246120"/>
            <a:ext cx="109728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17152" y="32461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🐳  Container Configs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17152" y="35661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Docker / K8s / Helm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52560" y="4160520"/>
            <a:ext cx="109728" cy="6400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17152" y="41605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🧠  ML Pipelines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4480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Feature Store / MLflow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52560" y="5074920"/>
            <a:ext cx="109728" cy="6400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17152" y="5074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💰  Cost Reports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5394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TCO / DBU estimates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5A5A6"/>
                </a:solidFill>
              </a:rPr>
              <a:t>CLI:  informatica-to-fabric --target fabric | databricks | dbt | auto    •    Python SDK:  MigrationSDK.migrate()    •    REST API:  POST /migrate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46304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0999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10896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0999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999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75488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999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999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146304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201168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754880"/>
            <a:ext cx="201168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04120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3931920"/>
            <a:ext cx="310896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1945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(h/item)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5486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7772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80136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0136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8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8541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8541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6888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569464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256946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2953512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95351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3337560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33756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6888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721608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372160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888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184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0" y="4105656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2356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410565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00" y="4489704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6344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2356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83680" y="448970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184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0" y="4873752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6344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0" y="487375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6888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0" y="5257800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6344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2356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83680" y="525780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8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9184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0" y="564184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83680" y="564184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29184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00" y="602589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2356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602589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1945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29184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114800" y="6428232"/>
            <a:ext cx="54864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66344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2356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0" y="6428232"/>
            <a:ext cx="7772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98079" y="1417320"/>
            <a:ext cx="4389120" cy="3474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98079" y="5029200"/>
            <a:ext cx="4389120" cy="11887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Additional Savings:
+$1.2–3.5M/year
Informatica license elimination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Cloud-Native DevOps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Infrastructure as Code, containerized deployment, CI/CD pipelines, and enterprise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365760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🏗️ Infrastructure as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Terraform HCL for Fabric &amp; Databricks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Bicep templates with parameters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Multi-environment variable extraction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Validated output (HCL lint + Bicep lint)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63040"/>
            <a:ext cx="365760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🐳 Container &amp;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Production Dockerfile (Python 3.12-slim)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Docker Compose (API + Web + Redis)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K8s manifests (Deployment, Service, ConfigMap)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Helm chart with configurable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65760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🔄 CI/CD Pipelines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GitHub Actions workflow generation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DevOps multi-stage pipelines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Environment gates (dev → test → prod)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Secret injection (never hardcoded)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4572000"/>
            <a:ext cx="1143000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📊 Enterprise Benchmarks: 500+ mapping stress tests  •  Memory profiling  •  Parallel generation (ProcessPoolExecutor)  •  Golden dataset regression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C3E50"/>
                </a:solidFill>
              </a:rPr>
              <a:t>One command deploys the entire migration tool to AKS, ECS, or any K8s cluster.
CI/CD pipelines automate: assess → convert → validate → deploy — with approval gates per environment.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