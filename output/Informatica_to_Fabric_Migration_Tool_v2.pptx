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Informatica  →  Microsoft Fabric / Azure 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DC3C7"/>
                </a:solidFill>
              </a:rPr>
              <a:t>Automated Migration Tool — Functionality Overview &amp; ROI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657600"/>
            <a:ext cx="2011680" cy="13716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79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Sprints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365760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1,489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657600"/>
            <a:ext cx="201168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657600"/>
            <a:ext cx="2011680" cy="1371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434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Target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Powered by GitHub Copilot  •  6-Agent AI Architecture  •  Zero Manual Code Rewriting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Why migrate away from Informatica?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Informatica PowerCenter/IICS licensing costs escalate year-over-year (avg. 15-25% annual increase)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On-premises infrastructure limits elasticity — peak workloads pay for idle capacity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Vendor lock-in: proprietary XML formats, no native cloud integration, limited Spark support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Manual migration projects historically take 12-24 months with 40-60% cost overruns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Lack of modern data engineering patterns (Medallion, Delta Lake, Unity Catalog)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AutoSys / scheduler coupling adds hidden dependency &amp; operational risk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</a:rPr>
              <a:t>▸  Skills scarcity: Informatica specialists are increasingly hard to hire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657600" cy="201168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Industry Fact:
Enterprise Informatica
license spend averages
$1.2–3.5M /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657600" cy="2011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Manual Migration:
12–24 months
40–60% cost overrun
6–12 FTEs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AI-Orchestrated, Fully Automated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A 6-agent Copilot architecture that converts Informatica XML exports end-to-end, producing production-ready Fabric/Databricks artifacts with zero manual code rewriting.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1737360" cy="100584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📂 XML
Exports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3055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2194560"/>
            <a:ext cx="1737360" cy="10058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🔍 Assess
&amp; Inventory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9651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1737360" cy="10058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🗄️ SQL
Convert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6247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1737360" cy="10058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📓 Notebook
Generate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2843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1737360" cy="10058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⚡ Pipeline
Generate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94392" y="2423160"/>
            <a:ext cx="256032" cy="32004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60" y="2194560"/>
            <a:ext cx="1737360" cy="10058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Validate
&amp;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661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PowerCenter 9.x/10.x + IICS full support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6 source databases (Oracle, SQL Server, Teradata, DB2, MySQL, PostgreSQL)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180+ SQL pattern conversions → Spark SQL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18 transformation types → PySpark code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AutoSys JIL → Pipeline / Workflow JSON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Medallion architecture (Bronze / Silver / Gold)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661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Delta Lake DDL with partition strategy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Plugin system for custom enterprise rules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Python SDK + REST API for CI/CD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5-level validation framework + statistical checks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Data catalog integration (Purview / Unity Catalog)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Column-level lineage &amp; impact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6 specialized AI agents orchestrated by GitHub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828800" cy="9144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🎯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468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Plans &amp; coordinates
migration waves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463040"/>
            <a:ext cx="1828800" cy="9144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🔍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68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XML parsing, inventory,
complexity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1828800" cy="9144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🗄️ SQL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468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Oracle/MSSQL/Teradata
→ Spark SQL / T-SQL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1828800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📓 Notebook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Mappings → PySpark
notebooks / DBT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182880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⚡ Pipeline Migration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468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Workflows → Fabric
Pipeline / DB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463040"/>
            <a:ext cx="1828800" cy="9144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✅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468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Test generation,
row counts &amp; checksums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C6E"/>
                </a:solidFill>
              </a:rPr>
              <a:t>Target Platforms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347472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Microsoft 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006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</a:rPr>
              <a:t>Notebooks (notebookutils)
Data Pipelines JSON
Lakehouse DDL
OneLake + Medallion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4114800"/>
            <a:ext cx="3474720" cy="640080"/>
          </a:xfrm>
          <a:prstGeom prst="roundRect">
            <a:avLst/>
          </a:prstGeom>
          <a:solidFill>
            <a:srgbClr val="FF3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Azure Databricks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8006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</a:rPr>
              <a:t>Notebooks (dbutils)
Workflows (Jobs API)
Unity Catalog DDL
DLT + Delta Sharing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114800"/>
            <a:ext cx="3474720" cy="6400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DBT on Databricks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006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</a:rPr>
              <a:t>staging / intermediate / marts
Jinja SQL models
CI/CD pipeline
Sources + Schema YAML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Gets Migrated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Comprehensive Informatica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Mappings → Notebooks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Source Qualifier, Expression, Filter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Aggregator, Joiner, Lookup, Router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Update Strategy, Rank, Union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Normalizer, Sorter, Sequence Gen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Stored Procedure, Mapplets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SQL Transformation, Data Masking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889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Workflows →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Sessions, Command Tasks, Timers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Decisions, Event Wait/Raise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Assignments, Email Tasks, Worklets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Link Conditions, Control Tasks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IICS Taskflows (cloud-native)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Schedule triggers → cron expressions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78892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SQL → Spark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Oracle: NVL, DECODE, SYSDATE, ROWNUM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CONNECT BY, (+) joins, analytics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SQL Server: GETDATE, CROSS APPLY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Teradata: QUALIFY, SAMPLE, ZEROIFNULL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DB2: FETCH FIRST, VALUE, RRN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MySQL/PostgreSQL: casts, arrays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371600"/>
            <a:ext cx="2788920" cy="54864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AutoSys JIL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65960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BOX → Pipeline container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CMD (pmcmd) → Notebook activity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FW → File sensor / trigger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Conditions (s/f/n/d) → dependsOn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Calendars → cron schedules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Cross-box → Execute Pipeline refs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Advanced SQL &amp; PL/SQL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Beyond simple find-and-replace — structured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180+ regex conversion patterns across 6 database dialects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Cursor → PySpark iterator (explicit, implicit, FOR...IN)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BULK COLLECT INTO → DataFrame spark.sql()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FORALL INSERT/UPDATE → batch DataFrame write / Delta MERGE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Exception blocks → try/except with mapped Python exceptions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Package state variables → Python module-level state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EXECUTE IMMEDIATE → spark.sql() with parameter substitution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CONNECT BY PRIOR → WITH RECURSIVE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PIVOT retains native Spark SQL / UNPIVOT → stack()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Correlated EXISTS → LEFT SEMI JOIN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Correlated NOT EXISTS → LEFT ANTI JOIN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Temporal tables (FOR SYSTEM_TIME) → Delta time-travel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GTT, Materialized Views, DB Link detection &amp; flagging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DECODE → CASE WHEN expansion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Performance annotations (-- PERF: comments on anti-patterns)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▸  Configurable YAML/JSON rule engine for enterprise overrides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Validation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11-level automated validation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640080" cy="38404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89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Row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898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Source vs Target row count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10512"/>
            <a:ext cx="640080" cy="38404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Column Checksum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Hash-based column integrity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49424"/>
            <a:ext cx="640080" cy="38404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67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Aggregate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677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SUM / AVG / MIN / MAX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688336"/>
            <a:ext cx="640080" cy="38404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066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Sample Diff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066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Row-by-row sample record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127248"/>
            <a:ext cx="640080" cy="38404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455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NULL /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455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NULL distribution &amp; duplicate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66160"/>
            <a:ext cx="64008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Statistical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844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Mean/stddev distribution + K-S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05072"/>
            <a:ext cx="64008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SCD Type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Effective dates, current_flag, gap/overlap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443984"/>
            <a:ext cx="64008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62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Null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62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Column-level null % comparison (1% threshold)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882896"/>
            <a:ext cx="640080" cy="384048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Referential Integrity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9011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FK relationship validation from LKP/JNR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321808"/>
            <a:ext cx="640080" cy="384048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400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A/B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3400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Side-by-side source/target row comparison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760720"/>
            <a:ext cx="640080" cy="384048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779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C6E"/>
                </a:solidFill>
              </a:rPr>
              <a:t>Business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779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Custom assertions from migration.yaml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1,489 automated tests  •  Purview &amp; Unity Catalog lineage  •  Column-level impact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Extensibility &amp; Enterprise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Plugin system, SDK, REST API, rule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Plugin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@register_transform decorator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@register_sql_rewrite decorator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@post_notebook / @post_pipeline hooks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Auto-discovery from plugins/ directory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3 example plugins included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88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Python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MigrationConfig dataclass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MigrationSDK.migrate() / .assess()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Convenience: from sdk import migrate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YAML / dict configuration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Programmatic CI/CD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788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POST /migrate → async job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POST /assess → inventory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GET /status/{job_id}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FastAPI (or stdlib fallback)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OpenAPI / Swagger auto-docs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371600"/>
            <a:ext cx="2788920" cy="50292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YAML / JSON rule definitions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Priority-based application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Enterprise override merging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Default rules/ directory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</a:rPr>
              <a:t>▸  10+ SQL rules out-of-box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Return on Investment — Automated vs Manual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C6E"/>
                </a:solidFill>
              </a:rPr>
              <a:t>Cost Comparison  (100-mapping migration, typical enterprise)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28600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28600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Manual Migration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246888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Automated (This Tool)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67712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67712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12–18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267712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4–8 weeks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6624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FTEs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706624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6–12 engineers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706624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1–2 engineers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45536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Avg FTE Cost (annual)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145536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$150K–$200K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145536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$150K–$200K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84448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Total Labor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584448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$900K – $2.4M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584448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$58K – $154K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Informatica License (saved)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023360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023360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$1.2M – $3.5M /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62272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Rework / Bug-Fix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462272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20–30% of budget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462272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&lt; 5% (test-validated)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01184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Validation Effort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901184"/>
            <a:ext cx="22860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Manual QA: 2–4 months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901184"/>
            <a:ext cx="24688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Auto-generated: 1–2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146304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0999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85–95%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99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Cost Reduction
vs Manual Migration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108960"/>
            <a:ext cx="201168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0999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3–6×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999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Faster Time-
to-Production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4754880"/>
            <a:ext cx="2011680" cy="13716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0999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$1.2–3.5M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0999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Annual License
Savings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1463040"/>
            <a:ext cx="2011680" cy="1371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80–90%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Reduction in
FTE Requirement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3108960"/>
            <a:ext cx="2011680" cy="13716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99%+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Automated Test
Coverage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4754880"/>
            <a:ext cx="2011680" cy="13716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&lt; 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Rework Rate
vs 20-30% Manual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Time-to-Value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Manual vs Automated Migration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Manual Migration (Traditional)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Discovery
&amp; Planning
3 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SQL
Conversion
4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Notebook
Development
4 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Testing
&amp; QA
3 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920240"/>
            <a:ext cx="2148840" cy="77724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Deploy &amp;
Stabilize
4 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1247120" cy="3200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Total: 12–18 months  •  6–12 FTEs  •  $900K–$2.4M labor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Automated Migration (This Tool)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46304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Assessment
(automated)
1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3931920"/>
            <a:ext cx="146304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Conversion
(automated)
1–2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931920"/>
            <a:ext cx="3291840" cy="7772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Review &amp;
Customize
2–4 weeks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3931920"/>
            <a:ext cx="256032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Validate
&amp; Deploy
1–2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804672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Total: 4–8 weeks  •  1–2 FTEs  •  $58K–$154K labor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931920"/>
            <a:ext cx="3108960" cy="22860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Net Savings
$840K – $2.25M
labor cost avoided
+ $1.2–3.5M/year
license elimination
Payback: &lt; 3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Detailed Time &amp; Cost Savings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Per-task breakdown — 200 mappings, 50 workflows, 3 DB types, AutoSys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219456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Migration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417320"/>
            <a:ext cx="82296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Manual
(h/item)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17320"/>
            <a:ext cx="82296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
(h/item)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17320"/>
            <a:ext cx="54864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17320"/>
            <a:ext cx="96012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Manual
Total (h)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17320"/>
            <a:ext cx="96012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
Total (h)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777240" cy="5029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801368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Assessment &amp;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180136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0136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801368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80136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1,600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80136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01368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185416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SQL Override Conversion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218541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18541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2185416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18541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1,440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218541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85416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569464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Stored Procedure Conversion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2569464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569464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2569464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569464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720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2569464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569464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953512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Mapping → PySpark Notebook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2953512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2953512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2953512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2953512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3,200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2953512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2953512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337560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Mapping → DBT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68880" y="3337560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3337560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3337560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3337560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60" y="3337560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3337560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3721608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Workflow → Pipeline JSON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3721608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3721608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3721608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50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3721608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600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3721608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3721608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4105656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AutoSys JIL → Pipeline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68880" y="4105656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91840" y="4105656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0" y="4105656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4105656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320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23560" y="4105656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4105656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4489704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Delta Lake Schema (DDL)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68880" y="4489704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1840" y="4489704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0.05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0" y="4489704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663440" y="4489704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23560" y="4489704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83680" y="4489704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4873752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Validation Notebook Generation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68880" y="4873752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91840" y="4873752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14800" y="4873752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663440" y="4873752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1,200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23560" y="4873752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83680" y="4873752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" y="5257800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Unit/Integration Testing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468880" y="5257800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91840" y="5257800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0" y="5257800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63440" y="5257800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2,000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23560" y="5257800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83680" y="5257800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4320" y="5641848"/>
            <a:ext cx="21945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Lineage Documentation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468880" y="564184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91840" y="5641848"/>
            <a:ext cx="82296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0.05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0" y="5641848"/>
            <a:ext cx="54864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663440" y="564184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800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623560" y="5641848"/>
            <a:ext cx="960120" cy="347472"/>
          </a:xfrm>
          <a:prstGeom prst="round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83680" y="5641848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4320" y="6025896"/>
            <a:ext cx="2194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Data Catalog (Purview/UC) Setup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468880" y="602589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291840" y="6025896"/>
            <a:ext cx="822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0.1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14800" y="6025896"/>
            <a:ext cx="54864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63440" y="602589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1,200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623560" y="6025896"/>
            <a:ext cx="960120" cy="3474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0" y="6025896"/>
            <a:ext cx="7772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74320" y="6428232"/>
            <a:ext cx="219456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468880" y="6428232"/>
            <a:ext cx="82296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3291840" y="6428232"/>
            <a:ext cx="82296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114800" y="6428232"/>
            <a:ext cx="548640" cy="41148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663440" y="6428232"/>
            <a:ext cx="96012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14,680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623560" y="6428232"/>
            <a:ext cx="96012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269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83680" y="6428232"/>
            <a:ext cx="77724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498079" y="1417320"/>
            <a:ext cx="4389120" cy="34747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</a:rPr>
              <a:t>Manual: 14,680 hours
= 92 FTE-months
= $1,395K labor
Automated: 269 hours
= 1.7 FTE-months
= $26K labor
Net Saved: $1,369K
(98% reduction)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98079" y="5029200"/>
            <a:ext cx="4389120" cy="118872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Additional Savings:
+$1.2–3.5M/year
Informatica license elimination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Enterprise Scenarios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Real-world migration complexity handled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Mid-Size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50–100 mappings
20–30 workflows
1–2 database types
Timeline: 3–4 weeks
FTEs: 1 engineer
Savings: $400K–$800K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71600"/>
            <a:ext cx="3474720" cy="54864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Large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200–500 mappings
50–100 workflows
3–4 database types
AutoSys JIL jobs
Timeline: 6–10 weeks
FTEs: 2 engineers
Savings: $1.5M–$3M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7472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Global Financial 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1,000+ mappings
200+ workflows
6 database types
AutoSys + PL/SQL heavy
Timeline: 12–16 weeks
FTEs: 3–4 engineers
Savings: $4M–$8M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Security, Governance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Enterprise-grade safeguards built-in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Credential sanitization — passwords/keys stripped from all generated artifacts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PII detection — flags columns containing personal data (names, SSN, email patterns)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Audit logging — every migration action recorded in JSON audit trail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Multi-tenant Key Vault integration — secrets resolved via notebookutils / dbutils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Data Quality rules — DQ assertions auto-generated from mapping metadata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Column-level lineage — full source → transform → target traceability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Microsoft Purview integration — Apache Atlas v2 metadata entities + lineage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Unity Catalog tags — ALTER TABLE SET TAGS for migration provenance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Impact analysis — trace downstream effects of source table changes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</a:rPr>
              <a:t>▸  5-level validation framework — statistical verification of migrated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657600" cy="41148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Compliance Coverage
✓ SOX audit trail
✓ GDPR PII detection
✓ HIPAA data masking flags
✓ Zero credential exposure
✓ Role-based access via
   Key Vault / Unity Catalog
✓ Full lineage for regulators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103120" cy="9144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Discovery Workshop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45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Inventory your Informatica estate
(PowerCenter + IICS + AutoSys)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2103120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7AE6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Migrate 5–10 representative
mappings in 1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Wave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78D4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Topological dependency sort
+ complexity-based waves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828800"/>
            <a:ext cx="2103120" cy="9144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Production Migration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8E44AD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Automated conversion with
validation at every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828800"/>
            <a:ext cx="2103120" cy="9144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Decommission Informatica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1417320"/>
            <a:ext cx="5486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0392B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8346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License savings begin —
ROI realized within 3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"The fastest path from Informatica to Fabric/Databricks —
automated, validated, and production-ready."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informatica-to-fabric  •  MIT Licensed  •  github.com/cyphou/InformaticaToFabric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